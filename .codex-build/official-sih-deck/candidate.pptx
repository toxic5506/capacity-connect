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29f08cf308742da" /><Relationship Type="http://schemas.openxmlformats.org/officeDocument/2006/relationships/extended-properties" Target="/docProps/app.xml" Id="R161fa3cc403f4905" /><Relationship Type="http://schemas.openxmlformats.org/officeDocument/2006/relationships/officeDocument" Target="/ppt/presentation.xml" Id="Rad35eaa6385640d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bc4e03360df4ef5"/>
  </p:sldMasterIdLst>
  <p:notesMasterIdLst>
    <p:notesMasterId xmlns:r="http://schemas.openxmlformats.org/officeDocument/2006/relationships" r:id="R8ce91eaf143847f4"/>
  </p:notesMasterIdLst>
  <p:sldIdLst>
    <p:sldId xmlns:r="http://schemas.openxmlformats.org/officeDocument/2006/relationships" id="256" r:id="R5375b40e0e004acf"/>
    <p:sldId xmlns:r="http://schemas.openxmlformats.org/officeDocument/2006/relationships" id="257" r:id="R3a1f81c046c24b05"/>
    <p:sldId xmlns:r="http://schemas.openxmlformats.org/officeDocument/2006/relationships" id="258" r:id="Rf12c5a69d9b14af2"/>
    <p:sldId xmlns:r="http://schemas.openxmlformats.org/officeDocument/2006/relationships" id="259" r:id="R3b871a00a28449d0"/>
    <p:sldId xmlns:r="http://schemas.openxmlformats.org/officeDocument/2006/relationships" id="260" r:id="R8752001c71c14397"/>
    <p:sldId xmlns:r="http://schemas.openxmlformats.org/officeDocument/2006/relationships" id="261" r:id="R97eefae830764e23"/>
    <p:sldId xmlns:r="http://schemas.openxmlformats.org/officeDocument/2006/relationships" id="262" r:id="Rd1b50447c2964f5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8742a914f584afc" /><Relationship Type="http://schemas.openxmlformats.org/officeDocument/2006/relationships/slideMaster" Target="/ppt/slideMasters/slideMaster1.xml" Id="Rebc4e03360df4ef5" /><Relationship Type="http://schemas.openxmlformats.org/officeDocument/2006/relationships/notesMaster" Target="/ppt/notesMasters/notesMaster1.xml" Id="R8ce91eaf143847f4" /><Relationship Type="http://schemas.openxmlformats.org/officeDocument/2006/relationships/presProps" Target="/ppt/presProps.xml" Id="R5c2d033275cb4a87" /><Relationship Type="http://schemas.openxmlformats.org/officeDocument/2006/relationships/viewProps" Target="/ppt/viewProps.xml" Id="R9d444e5e8d8d43cd" /><Relationship Type="http://schemas.openxmlformats.org/officeDocument/2006/relationships/tableStyles" Target="/ppt/tableStyles.xml" Id="R717d6148f65e4278" /><Relationship Type="http://schemas.openxmlformats.org/officeDocument/2006/relationships/slide" Target="/ppt/slides/slide1.xml" Id="R5375b40e0e004acf" /><Relationship Type="http://schemas.openxmlformats.org/officeDocument/2006/relationships/slide" Target="/ppt/slides/slide2.xml" Id="R3a1f81c046c24b05" /><Relationship Type="http://schemas.openxmlformats.org/officeDocument/2006/relationships/slide" Target="/ppt/slides/slide3.xml" Id="Rf12c5a69d9b14af2" /><Relationship Type="http://schemas.openxmlformats.org/officeDocument/2006/relationships/slide" Target="/ppt/slides/slide4.xml" Id="R3b871a00a28449d0" /><Relationship Type="http://schemas.openxmlformats.org/officeDocument/2006/relationships/slide" Target="/ppt/slides/slide5.xml" Id="R8752001c71c14397" /><Relationship Type="http://schemas.openxmlformats.org/officeDocument/2006/relationships/slide" Target="/ppt/slides/slide6.xml" Id="R97eefae830764e23" /><Relationship Type="http://schemas.openxmlformats.org/officeDocument/2006/relationships/slide" Target="/ppt/slides/slide7.xml" Id="Rd1b50447c2964f5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eb64cc1d6c841b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b8bb9fb42f549ec" /><Relationship Type="http://schemas.openxmlformats.org/officeDocument/2006/relationships/notesMaster" Target="/ppt/notesMasters/notesMaster1.xml" Id="Ra55afc700264422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69e18b52e754dd8" /><Relationship Type="http://schemas.openxmlformats.org/officeDocument/2006/relationships/notesMaster" Target="/ppt/notesMasters/notesMaster1.xml" Id="R64944c5c35b34c8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b26ba7fcda54745" /><Relationship Type="http://schemas.openxmlformats.org/officeDocument/2006/relationships/notesMaster" Target="/ppt/notesMasters/notesMaster1.xml" Id="R4a0ce39e39f24a1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c36a4da3d56427a" /><Relationship Type="http://schemas.openxmlformats.org/officeDocument/2006/relationships/notesMaster" Target="/ppt/notesMasters/notesMaster1.xml" Id="Rf7ffe71580f94cd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edbb4d103c14a89" /><Relationship Type="http://schemas.openxmlformats.org/officeDocument/2006/relationships/notesMaster" Target="/ppt/notesMasters/notesMaster1.xml" Id="R6531f0f7996b4aa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f7a52137dca4967" /><Relationship Type="http://schemas.openxmlformats.org/officeDocument/2006/relationships/notesMaster" Target="/ppt/notesMasters/notesMaster1.xml" Id="Rc7214b01c2ff4d8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ba830c1ad774c05" /><Relationship Type="http://schemas.openxmlformats.org/officeDocument/2006/relationships/notesMaster" Target="/ppt/notesMasters/notesMaster1.xml" Id="R9372e7fad8714bc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ct val="0"/>
              </a:spcBef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ct val="0"/>
              </a:spcBef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ct val="0"/>
              </a:spcBef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ct val="0"/>
              </a:spcBef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ct val="0"/>
              </a:spcBef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ct val="0"/>
              </a:spcBef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7175eedd97c456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1bcb8ed35c34e0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ab2c74c53a3436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072e0387c7b440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b0c599342754b6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7e7812c71964578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7c290e1c4c5492f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be76cd6dfb9494c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8473f6d9cf849a5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d73192d2d564efb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00de4485e5a4fe8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1758E7D-A544-4C84-9237-6EB82905F59E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914400" y="2130428"/>
            <a:ext cx="103632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5839A2CF-51AE-4D77-993C-1FD768F171B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886200"/>
            <a:ext cx="85344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D384AA81-81D2-41DF-9ABD-0803E83909E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E60792E3-D524-454C-8AFD-A91972900BCB}" type="datetime1">
              <a:t>6/2/2026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9BBA0285-7B96-46A0-9727-FB86BE6DFFC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0B871A4-B6FF-4CD5-8EE2-934C93B35A3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5B7E1BAA-A38D-40DE-B22C-DF9BD7D82058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9CF4AB3-824D-47C5-A7E6-BD2F647064E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C4B11131-674F-4FA5-B9AB-7A543B886E3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E9DAC70-7993-4DE2-B542-E954B511B5B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708B7524-32A2-4C20-A58C-BC3BAA1042FC}" type="datetime1">
              <a:t>6/2/2026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669E492-68A2-48A2-BEFA-E5153ED056E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1D69375-4C75-4389-85D3-7A5BB42048A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677C3CE7-23F7-4828-823C-E0205DF2CF97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C116665-0E7F-46A8-8ADF-691A7E54CF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63084" y="4406903"/>
            <a:ext cx="103632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3E660521-2D17-40D6-BAFB-C352C40008B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963084" y="2906713"/>
            <a:ext cx="103632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B2758298-A275-4E04-8319-A1EB6DBB97D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1E994447-D6B2-43BB-A877-57F1A267B999}" type="datetime1">
              <a:t>6/2/2026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EEE4665-BD36-4F0A-B79D-F052E0173E5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30BD96E-088A-4E1A-A60B-6AA5893E521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41DB31D2-2A87-4F4C-A9AD-05C6CC2B321D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49FF304-BEC9-4BFF-B154-A9DD03205B6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9616010C-7FED-40AF-BC82-5397DC8FE94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09600" y="1600203"/>
            <a:ext cx="53848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18E55ED9-DB56-4931-9DE1-017FB9395232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97600" y="1600203"/>
            <a:ext cx="53848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ABBA138-77BE-42A4-A0F5-08265CD8028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68920E16-BD35-483C-AA6B-346FC7E46DEA}" type="datetime1">
              <a:t>6/2/2026</a:t>
            </a:fld>
            <a:endParaRPr/>
          </a:p>
        </p:txBody>
      </p:sp>
      <p:sp>
        <p:nvSpPr>
          <p:cNvPr id="6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CB1AE3B-D3B1-4807-8FB4-22EE7A3346B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7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695857B-E596-493A-B8F9-5988E293DE8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E1FC16D9-1635-4844-816A-0A8A2160FADA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37E5CFA-EC02-4470-9235-5B183ADF3C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C3263C8-9B6F-424E-818F-B6245CAC74F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600" y="1535113"/>
            <a:ext cx="5386917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12C03597-A4DB-43A8-9578-E299330478C6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09600" y="2174875"/>
            <a:ext cx="5386917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959C4A7F-BDD1-49AC-AC63-C2A8CF849D71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93369" y="1535113"/>
            <a:ext cx="5389033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63D19D18-D527-4937-8EB0-5A2E07080402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93369" y="2174875"/>
            <a:ext cx="5389033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79B1969-C2DF-4CE0-B5DF-F83ABCA382F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2FEAC6F8-5103-4FC0-A69E-5C6AE6469DA8}" type="datetime1">
              <a:t>6/2/2026</a:t>
            </a:fld>
            <a:endParaRPr/>
          </a:p>
        </p:txBody>
      </p:sp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AD64D68-3480-4307-99C8-6F2C0B0C5AE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9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04447EC-1978-4AD3-AA10-FA0FEEDA2AD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71C4100A-98DE-4944-910A-A93F5CA9F724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37DE8F4-CAC2-405B-8B43-6A8A4374AE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1103C21-696C-487D-B9D8-5841B5BDF7C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C60C6921-0627-4C8F-83D5-0CF936D2FFDD}" type="datetime1">
              <a:t>6/2/2026</a:t>
            </a:fld>
            <a:endParaRPr/>
          </a:p>
        </p:txBody>
      </p:sp>
      <p:sp>
        <p:nvSpPr>
          <p:cNvPr id="4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3079CAC-E0CA-4D90-A181-EBA386CFAF3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5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82F5C7F-EA63-4D66-8C4D-A9EDB63027D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6A63342B-5A73-45DC-864D-086DE78037EF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4AD3DA8-166B-495E-8DAC-84BE8015229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2FF08AD7-8103-40F8-983C-E2BA6BB9CBE0}" type="datetime1">
              <a:t>6/2/2026</a:t>
            </a:fld>
            <a:endParaRPr/>
          </a:p>
        </p:txBody>
      </p:sp>
      <p:sp>
        <p:nvSpPr>
          <p:cNvPr id="3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BC2AAAC-5FCD-41D5-979A-90FDC6C8C35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4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43E99C9-96DA-4FAE-B6CB-8D529346D9B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B635AFB3-1ACD-44AC-8702-86B1729DF035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1B6D026-E223-40EC-99D3-C5F19E839E5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2" y="273050"/>
            <a:ext cx="4011084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AFFCA7CC-FE03-48DC-AFF4-4720F945DD80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766733" y="273053"/>
            <a:ext cx="6815667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72C15872-D91E-4F75-B6FD-EA906B7DB85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09602" y="1435103"/>
            <a:ext cx="4011084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DDCD4F9A-354E-49B4-8470-70289CF556C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DF8C06B4-9380-4A4D-AF49-A3596E17DAF5}" type="datetime1">
              <a:t>6/2/2026</a:t>
            </a:fld>
            <a:endParaRPr/>
          </a:p>
        </p:txBody>
      </p:sp>
      <p:sp>
        <p:nvSpPr>
          <p:cNvPr id="6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7914FAB-68B0-4A3E-AEF8-4F9A209BF1F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7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52F8174-7982-4835-B662-6B58C421AFD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05CF15F3-5E77-4C57-9E21-50D6D1D6C022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860D9D9-735D-4E24-B7D8-6B2D64F7855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389717" y="4800600"/>
            <a:ext cx="73152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2C1E02C6-292A-444A-B100-13BD2F58F7D1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2389717" y="612775"/>
            <a:ext cx="7315200" cy="4114800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3797FC34-FEEA-40A9-99DC-32FECC7590F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2389717" y="5367338"/>
            <a:ext cx="73152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8984530D-544D-45AC-AAC1-586F4465D4C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EF7FDEF1-C582-4E22-9E77-D68326471F28}" type="datetime1">
              <a:t>6/2/2026</a:t>
            </a:fld>
            <a:endParaRPr/>
          </a:p>
        </p:txBody>
      </p:sp>
      <p:sp>
        <p:nvSpPr>
          <p:cNvPr id="6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2DE7B93-F2E1-4A0C-8FC4-FEC45992A7F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7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EE801C2-1410-4EB7-BC1F-5F437E67511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1242169A-B3C7-4FB6-967F-AF95F4EB3315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10234BF-EC6E-475E-AAAA-73BDD6EFE41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19BBCCA7-F289-4245-A020-81E014FBC19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1DB26678-A6F6-46B0-8153-083AA341F2D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053C3A68-6922-42D3-8905-ECC2D82A3469}" type="datetime1">
              <a:t>6/2/2026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627A94FB-0102-482B-B6F3-CD0E955E1AD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79D3D8A-8197-4901-8C01-FCBB33490CA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94FDD027-5576-4F27-AAB6-1D994836EE78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89A988FE-B01C-43DE-93F1-65105E151CB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839200" y="274641"/>
            <a:ext cx="27432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30CC32DF-A1EF-410A-9B7D-8EADFBC83B5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600" y="274641"/>
            <a:ext cx="8026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048D38C-DFA7-49B7-B2DB-482450CA80C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CB69E9F4-7604-4950-A8B2-8ACDEDB1506E}" type="datetime1">
              <a:t>6/2/2026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A3F1859-4CA2-4C6C-B0AC-748AE62E0F5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65AAC2F-0B63-414C-9990-DB7F913C9CA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2957CE61-8714-431B-A40A-01B1C5541AB7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bbfa8fdbbf94389" /><Relationship Type="http://schemas.openxmlformats.org/officeDocument/2006/relationships/slideLayout" Target="/ppt/slideLayouts/slideLayout1.xml" Id="R67867ded07024ee2" /><Relationship Type="http://schemas.openxmlformats.org/officeDocument/2006/relationships/slideLayout" Target="/ppt/slideLayouts/slideLayout2.xml" Id="R9fcfec40f7ea46ee" /><Relationship Type="http://schemas.openxmlformats.org/officeDocument/2006/relationships/slideLayout" Target="/ppt/slideLayouts/slideLayout3.xml" Id="R2905f8ad9c554dfe" /><Relationship Type="http://schemas.openxmlformats.org/officeDocument/2006/relationships/slideLayout" Target="/ppt/slideLayouts/slideLayout4.xml" Id="R90b5e681b5524db3" /><Relationship Type="http://schemas.openxmlformats.org/officeDocument/2006/relationships/slideLayout" Target="/ppt/slideLayouts/slideLayout5.xml" Id="Rb3486f9debd94f95" /><Relationship Type="http://schemas.openxmlformats.org/officeDocument/2006/relationships/slideLayout" Target="/ppt/slideLayouts/slideLayout6.xml" Id="Rc78b9bce82a24b1f" /><Relationship Type="http://schemas.openxmlformats.org/officeDocument/2006/relationships/slideLayout" Target="/ppt/slideLayouts/slideLayout7.xml" Id="R0a1577e2be7a4be7" /><Relationship Type="http://schemas.openxmlformats.org/officeDocument/2006/relationships/slideLayout" Target="/ppt/slideLayouts/slideLayout8.xml" Id="Rd1493cbef4614e35" /><Relationship Type="http://schemas.openxmlformats.org/officeDocument/2006/relationships/slideLayout" Target="/ppt/slideLayouts/slideLayout9.xml" Id="Ra1da8ce3556d4191" /><Relationship Type="http://schemas.openxmlformats.org/officeDocument/2006/relationships/slideLayout" Target="/ppt/slideLayouts/slideLayout10.xml" Id="R0891baf174cc464d" /><Relationship Type="http://schemas.openxmlformats.org/officeDocument/2006/relationships/slideLayout" Target="/ppt/slideLayouts/slideLayout11.xml" Id="R09202ed347104e23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26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9EA7216B-26FB-4BAA-84B8-601919E7CAD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-47625"/>
            <a:ext cx="10972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vert="horz" wrap="square" lIns="91440" tIns="45720" rIns="91440" bIns="45720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title style</a:t>
            </a:r>
          </a:p>
        </p:txBody>
      </p:sp>
      <p:sp>
        <p:nvSpPr>
          <p:cNvPr id="1027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2EE83012-3A3A-460B-861C-A9828FAAA39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600" y="1095375"/>
            <a:ext cx="10972800" cy="50307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72EF1F8-B644-4FEA-B5E3-434D0AD7D11B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609600" y="6356353"/>
            <a:ext cx="284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91440" tIns="45720" rIns="91440" bIns="45720" anchor="ctr"/>
          <a:lstStyle xmlns:a="http://schemas.openxmlformats.org/drawingml/2006/main">
            <a:lvl1pPr>
              <a:buNone/>
              <a:defRPr sz="1200">
                <a:solidFill>
                  <a:srgbClr val="898989"/>
                </a:solidFill>
                <a:latin typeface="TradeGothic"/>
                <a:ea typeface="TradeGothic"/>
                <a:cs typeface="TradeGothic"/>
              </a:defRPr>
            </a:lvl1pPr>
          </a:lstStyle>
          <a:p xmlns:a="http://schemas.openxmlformats.org/drawingml/2006/main">
            <a:fld id="{780A9602-A9A9-453F-AEF1-37B5837E02CD}" type="datetime1">
              <a:t>6/2/2026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FEC9A17-02AB-4100-B0B3-30F5562BA105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165600" y="6356353"/>
            <a:ext cx="3860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TradeGothic"/>
                <a:cs typeface="TradeGothic"/>
              </a:defRPr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A4CD3B5-A21C-45E7-B339-4151196F930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737600" y="6356353"/>
            <a:ext cx="284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rgbClr val="898989"/>
                </a:solidFill>
                <a:latin typeface="TradeGothic"/>
                <a:ea typeface="TradeGothic"/>
                <a:cs typeface="TradeGothic"/>
              </a:defRPr>
            </a:lvl1pPr>
          </a:lstStyle>
          <a:p xmlns:a="http://schemas.openxmlformats.org/drawingml/2006/main">
            <a:fld id="{1411BA53-830D-4830-BB65-E58DBE17D0B7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7867ded07024ee2"/>
    <p:sldLayoutId xmlns:r="http://schemas.openxmlformats.org/officeDocument/2006/relationships" id="2147483650" r:id="R9fcfec40f7ea46ee"/>
    <p:sldLayoutId xmlns:r="http://schemas.openxmlformats.org/officeDocument/2006/relationships" id="2147483651" r:id="R2905f8ad9c554dfe"/>
    <p:sldLayoutId xmlns:r="http://schemas.openxmlformats.org/officeDocument/2006/relationships" id="2147483652" r:id="R90b5e681b5524db3"/>
    <p:sldLayoutId xmlns:r="http://schemas.openxmlformats.org/officeDocument/2006/relationships" id="2147483653" r:id="Rb3486f9debd94f95"/>
    <p:sldLayoutId xmlns:r="http://schemas.openxmlformats.org/officeDocument/2006/relationships" id="2147483654" r:id="Rc78b9bce82a24b1f"/>
    <p:sldLayoutId xmlns:r="http://schemas.openxmlformats.org/officeDocument/2006/relationships" id="2147483655" r:id="R0a1577e2be7a4be7"/>
    <p:sldLayoutId xmlns:r="http://schemas.openxmlformats.org/officeDocument/2006/relationships" id="2147483656" r:id="Rd1493cbef4614e35"/>
    <p:sldLayoutId xmlns:r="http://schemas.openxmlformats.org/officeDocument/2006/relationships" id="2147483657" r:id="Ra1da8ce3556d4191"/>
    <p:sldLayoutId xmlns:r="http://schemas.openxmlformats.org/officeDocument/2006/relationships" id="2147483658" r:id="R0891baf174cc464d"/>
    <p:sldLayoutId xmlns:r="http://schemas.openxmlformats.org/officeDocument/2006/relationships" id="2147483659" r:id="R09202ed347104e23"/>
  </p:sldLayoutIdLst>
  <p:hf hdr="0" dt="0"/>
  <p:txStyles>
    <p:titleStyle>
      <a:lvl1pPr xmlns:a="http://schemas.openxmlformats.org/drawingml/2006/main" algn="ctr" defTabSz="457200">
        <a:spcBef>
          <a:spcPct val="0"/>
        </a:spcBef>
        <a:spcAft>
          <a:spcPct val="0"/>
        </a:spcAft>
        <a:buNone/>
        <a:defRPr sz="4400" kern="1200">
          <a:solidFill>
            <a:schemeClr val="tx1"/>
          </a:solidFill>
          <a:latin typeface="TradeGothic"/>
          <a:ea typeface="TradeGothic"/>
          <a:cs typeface="TradeGothic"/>
        </a:defRPr>
      </a:lvl1pPr>
      <a:lvl2pPr xmlns:a="http://schemas.openxmlformats.org/drawingml/2006/main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2pPr>
      <a:lvl3pPr xmlns:a="http://schemas.openxmlformats.org/drawingml/2006/main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3pPr>
      <a:lvl4pPr xmlns:a="http://schemas.openxmlformats.org/drawingml/2006/main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4pPr>
      <a:lvl5pPr xmlns:a="http://schemas.openxmlformats.org/drawingml/2006/main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5pPr>
      <a:lvl6pPr xmlns:a="http://schemas.openxmlformats.org/drawingml/2006/main" marL="457200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6pPr>
      <a:lvl7pPr xmlns:a="http://schemas.openxmlformats.org/drawingml/2006/main" marL="914400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7pPr>
      <a:lvl8pPr xmlns:a="http://schemas.openxmlformats.org/drawingml/2006/main" marL="1371600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8pPr>
      <a:lvl9pPr xmlns:a="http://schemas.openxmlformats.org/drawingml/2006/main" marL="1828800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9pPr>
    </p:titleStyle>
    <p:bodyStyle>
      <a:lvl1pPr xmlns:a="http://schemas.openxmlformats.org/drawingml/2006/main" marL="342900" indent="-342900" algn="l" defTabSz="457200">
        <a:spcBef>
          <a:spcPct val="20000"/>
        </a:spcBef>
        <a:spcAft>
          <a:spcPct val="0"/>
        </a:spcAft>
        <a:buFont typeface="Arial"/>
        <a:buChar char="•"/>
        <a:defRPr sz="3200" kern="1200">
          <a:solidFill>
            <a:schemeClr val="tx1"/>
          </a:solidFill>
          <a:latin typeface="TradeGothic"/>
          <a:ea typeface="TradeGothic"/>
          <a:cs typeface="TradeGothic"/>
        </a:defRPr>
      </a:lvl1pPr>
      <a:lvl2pPr xmlns:a="http://schemas.openxmlformats.org/drawingml/2006/main" marL="742950" indent="-285750" algn="l" defTabSz="457200">
        <a:spcBef>
          <a:spcPct val="20000"/>
        </a:spcBef>
        <a:spcAft>
          <a:spcPct val="0"/>
        </a:spcAft>
        <a:buFont typeface="Arial"/>
        <a:buChar char="–"/>
        <a:defRPr sz="2800" kern="1200">
          <a:solidFill>
            <a:schemeClr val="tx1"/>
          </a:solidFill>
          <a:latin typeface="TradeGothic"/>
          <a:ea typeface="TradeGothic"/>
          <a:cs typeface="TradeGothic"/>
        </a:defRPr>
      </a:lvl2pPr>
      <a:lvl3pPr xmlns:a="http://schemas.openxmlformats.org/drawingml/2006/main" marL="1143000" indent="-228600" algn="l" defTabSz="457200">
        <a:spcBef>
          <a:spcPct val="20000"/>
        </a:spcBef>
        <a:spcAft>
          <a:spcPct val="0"/>
        </a:spcAft>
        <a:buFont typeface="Arial"/>
        <a:buChar char="•"/>
        <a:defRPr sz="2400" kern="1200">
          <a:solidFill>
            <a:schemeClr val="tx1"/>
          </a:solidFill>
          <a:latin typeface="TradeGothic"/>
          <a:ea typeface="TradeGothic"/>
          <a:cs typeface="TradeGothic"/>
        </a:defRPr>
      </a:lvl3pPr>
      <a:lvl4pPr xmlns:a="http://schemas.openxmlformats.org/drawingml/2006/main" marL="1600200" indent="-228600" algn="l" defTabSz="457200">
        <a:spcBef>
          <a:spcPct val="20000"/>
        </a:spcBef>
        <a:spcAft>
          <a:spcPct val="0"/>
        </a:spcAft>
        <a:buFont typeface="Arial"/>
        <a:buChar char="–"/>
        <a:defRPr sz="2000" kern="1200">
          <a:solidFill>
            <a:schemeClr val="tx1"/>
          </a:solidFill>
          <a:latin typeface="TradeGothic"/>
          <a:ea typeface="TradeGothic"/>
          <a:cs typeface="TradeGothic"/>
        </a:defRPr>
      </a:lvl4pPr>
      <a:lvl5pPr xmlns:a="http://schemas.openxmlformats.org/drawingml/2006/main" marL="2057400" indent="-228600" algn="l" defTabSz="457200">
        <a:spcBef>
          <a:spcPct val="20000"/>
        </a:spcBef>
        <a:spcAft>
          <a:spcPct val="0"/>
        </a:spcAft>
        <a:buFont typeface="Arial"/>
        <a:buChar char="»"/>
        <a:defRPr sz="2000" kern="1200">
          <a:solidFill>
            <a:schemeClr val="tx1"/>
          </a:solidFill>
          <a:latin typeface="TradeGothic"/>
          <a:ea typeface="TradeGothic"/>
          <a:cs typeface="TradeGothic"/>
        </a:defRPr>
      </a:lvl5pPr>
      <a:lvl6pPr xmlns:a="http://schemas.openxmlformats.org/drawingml/2006/main"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090c1540a24b23" /><Relationship Type="http://schemas.openxmlformats.org/officeDocument/2006/relationships/image" Target="/ppt/media/image.png" Id="Rd9f33196b93f4624" /><Relationship Type="http://schemas.openxmlformats.org/officeDocument/2006/relationships/image" Target="/ppt/media/image2.png" Id="Rd436b8b4eff94e43" /><Relationship Type="http://schemas.openxmlformats.org/officeDocument/2006/relationships/notesSlide" Target="/ppt/notesSlides/notesSlide1.xml" Id="Rc608a20a9a70455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294709c6cff4e70" /><Relationship Type="http://schemas.openxmlformats.org/officeDocument/2006/relationships/image" Target="/ppt/media/image2.png" Id="R01e3a965c0004ab4" /><Relationship Type="http://schemas.openxmlformats.org/officeDocument/2006/relationships/notesSlide" Target="/ppt/notesSlides/notesSlide2.xml" Id="Rf3ab182dbfc746a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6546a643d8c4a80" /><Relationship Type="http://schemas.openxmlformats.org/officeDocument/2006/relationships/image" Target="/ppt/media/image2.png" Id="R090a889418114ee3" /><Relationship Type="http://schemas.openxmlformats.org/officeDocument/2006/relationships/notesSlide" Target="/ppt/notesSlides/notesSlide3.xml" Id="R3b811acca0ec45c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74637fdde2a4829" /><Relationship Type="http://schemas.openxmlformats.org/officeDocument/2006/relationships/image" Target="/ppt/media/image2.png" Id="R875631a59ad44a7c" /><Relationship Type="http://schemas.openxmlformats.org/officeDocument/2006/relationships/notesSlide" Target="/ppt/notesSlides/notesSlide4.xml" Id="Rff36385701c5458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67a0b7fb19649d1" /><Relationship Type="http://schemas.openxmlformats.org/officeDocument/2006/relationships/image" Target="/ppt/media/image2.png" Id="Rfa1a7a61eca74a98" /><Relationship Type="http://schemas.openxmlformats.org/officeDocument/2006/relationships/notesSlide" Target="/ppt/notesSlides/notesSlide5.xml" Id="Re9710a05e35047c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98995c937994199" /><Relationship Type="http://schemas.openxmlformats.org/officeDocument/2006/relationships/image" Target="/ppt/media/image2.png" Id="Rc9984db968094ced" /><Relationship Type="http://schemas.openxmlformats.org/officeDocument/2006/relationships/notesSlide" Target="/ppt/notesSlides/notesSlide6.xml" Id="R2b29c23821d64da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088ee5c92d74a71" /><Relationship Type="http://schemas.openxmlformats.org/officeDocument/2006/relationships/image" Target="/ppt/media/image2.png" Id="Ra59f6bfdf16947ff" /><Relationship Type="http://schemas.openxmlformats.org/officeDocument/2006/relationships/notesSlide" Target="/ppt/notesSlides/notesSlide7.xml" Id="R29b949fc850e47d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useBgFill="1">
        <p:nvSpPr>
          <p:cNvPr id="36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3E443FD7-A66B-4AA0-872D-B088B9BC5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144000" cy="6858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7" name="Freeform: Shape 26">
            <a:extLst xmlns:a="http://schemas.openxmlformats.org/drawingml/2006/main">
              <a:ext uri="{FF2B5EF4-FFF2-40B4-BE49-F238E27FC236}">
                <a16:creationId xmlns:a16="http://schemas.microsoft.com/office/drawing/2014/main" id="{C04BE0EF-3561-49B4-9A29-F283168A9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6780" y="851521"/>
            <a:ext cx="4638605" cy="5154967"/>
          </a:xfrm>
          <a:custGeom xmlns:a="http://schemas.openxmlformats.org/drawingml/2006/main"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 xmlns:a="http://schemas.openxmlformats.org/drawingml/2006/main">
            <a:schemeClr val="tx1">
              <a:lumMod val="50000"/>
              <a:lumOff val="50000"/>
              <a:alpha val="1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42" name="Picture 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9f33196b93f4624"/>
          <a:srcRect xmlns:a="http://schemas.openxmlformats.org/drawingml/2006/main" l="0" t="0" r="59916" b="0"/>
          <a:stretch xmlns:a="http://schemas.openxmlformats.org/drawingml/2006/main"/>
        </p:blipFill>
        <p:spPr>
          <a:xfrm xmlns:a="http://schemas.openxmlformats.org/drawingml/2006/main">
            <a:off x="6854891" y="1715881"/>
            <a:ext cx="3203509" cy="3426237"/>
          </a:xfrm>
          <a:prstGeom xmlns:a="http://schemas.openxmlformats.org/drawingml/2006/main" prst="rect">
            <a:avLst/>
          </a:prstGeom>
        </p:spPr>
      </p:pic>
      <p:sp>
        <p:nvSpPr>
          <p:cNvPr id="4" name="Subtitle 3">
            <a:extLst xmlns:a="http://schemas.openxmlformats.org/drawingml/2006/main">
              <a:ext uri="{FF2B5EF4-FFF2-40B4-BE49-F238E27FC236}">
                <a16:creationId xmlns:a16="http://schemas.microsoft.com/office/drawing/2014/main" id="{99172868-DF8F-4A3B-A6F2-7D31ABDB248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245686" y="648614"/>
            <a:ext cx="85344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b="1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r>
              <a:rPr b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TITLE PAGE</a:t>
            </a:r>
            <a:endParaRPr b="1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8" name="Title 7">
            <a:extLst xmlns:a="http://schemas.openxmlformats.org/drawingml/2006/main">
              <a:ext uri="{FF2B5EF4-FFF2-40B4-BE49-F238E27FC236}">
                <a16:creationId xmlns:a16="http://schemas.microsoft.com/office/drawing/2014/main" id="{E5F4CC4D-95C4-46EE-98FB-61AA6EAF077B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31286" y="-526757"/>
            <a:ext cx="10363200" cy="207645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4000" b="1">
                <a:solidFill>
                  <a:schemeClr val="tx2"/>
                </a:solidFill>
                <a:latin typeface="Garamond"/>
                <a:ea typeface="Garamond"/>
                <a:cs typeface="Garamond"/>
              </a:rPr>
              <a:t>SMART INDIA HACKATHON </a:t>
            </a:r>
            <a:r>
              <a:rPr sz="4000" b="1">
                <a:solidFill>
                  <a:schemeClr val="tx2"/>
                </a:solidFill>
                <a:latin typeface="Garamond"/>
                <a:ea typeface="Garamond"/>
                <a:cs typeface="Garamond"/>
              </a:rPr>
              <a:t>2026</a:t>
            </a:r>
            <a:endParaRPr sz="4000" b="1">
              <a:solidFill>
                <a:schemeClr val="tx2"/>
              </a:solidFill>
              <a:latin typeface="Garamond"/>
              <a:ea typeface="Garamond"/>
              <a:cs typeface="Garamond"/>
            </a:endParaR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7BB6021F-38CA-4390-A8F1-2F88BB7F0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286" y="2076450"/>
            <a:ext cx="5924550" cy="4754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endParaRPr/>
          </a:p>
          <a:p xmlns:a="http://schemas.openxmlformats.org/drawingml/2006/main">
            <a:pPr marL="285750" indent="-285750" algn="just">
              <a:lnSpc>
                <a:spcPct val="200000"/>
              </a:lnSpc>
              <a:buFont typeface="Arial"/>
              <a:buChar char="•"/>
            </a:pPr>
            <a:r>
              <a:rPr sz="2400" b="1">
                <a:latin typeface="Arial"/>
                <a:ea typeface="Arial"/>
                <a:cs typeface="Arial"/>
              </a:rPr>
              <a:t>Problem Statement ID –</a:t>
            </a:r>
          </a:p>
          <a:p xmlns:a="http://schemas.openxmlformats.org/drawingml/2006/main">
            <a:pPr marL="285750" indent="-285750" algn="just">
              <a:lnSpc>
                <a:spcPct val="200000"/>
              </a:lnSpc>
              <a:buFont typeface="Arial"/>
              <a:buChar char="•"/>
            </a:pPr>
            <a:r>
              <a:rPr sz="2400" b="1">
                <a:latin typeface="Arial"/>
                <a:ea typeface="Arial"/>
                <a:cs typeface="Arial"/>
              </a:rPr>
              <a:t>Problem Statement Title-</a:t>
            </a:r>
          </a:p>
          <a:p xmlns:a="http://schemas.openxmlformats.org/drawingml/2006/main">
            <a:pPr marL="285750" indent="-285750" algn="just">
              <a:lnSpc>
                <a:spcPct val="200000"/>
              </a:lnSpc>
              <a:buFont typeface="Arial"/>
              <a:buChar char="•"/>
            </a:pPr>
            <a:r>
              <a:rPr sz="2400" b="1">
                <a:latin typeface="Arial"/>
                <a:ea typeface="Arial"/>
                <a:cs typeface="Arial"/>
              </a:rPr>
              <a:t>Theme-</a:t>
            </a:r>
          </a:p>
          <a:p xmlns:a="http://schemas.openxmlformats.org/drawingml/2006/main">
            <a:pPr marL="285750" indent="-285750" algn="just">
              <a:lnSpc>
                <a:spcPct val="200000"/>
              </a:lnSpc>
              <a:buFont typeface="Arial"/>
              <a:buChar char="•"/>
            </a:pPr>
            <a:r>
              <a:rPr sz="2400" b="1">
                <a:latin typeface="Arial"/>
                <a:ea typeface="Arial"/>
                <a:cs typeface="Arial"/>
              </a:rPr>
              <a:t>PS Category- Software/Hardware</a:t>
            </a:r>
          </a:p>
          <a:p xmlns:a="http://schemas.openxmlformats.org/drawingml/2006/main">
            <a:pPr marL="285750" indent="-285750" algn="just">
              <a:lnSpc>
                <a:spcPct val="200000"/>
              </a:lnSpc>
              <a:buFont typeface="Arial"/>
              <a:buChar char="•"/>
            </a:pPr>
            <a:r>
              <a:rPr sz="2400" b="1">
                <a:latin typeface="Arial"/>
                <a:ea typeface="Arial"/>
                <a:cs typeface="Arial"/>
              </a:rPr>
              <a:t>Team ID-</a:t>
            </a:r>
          </a:p>
          <a:p xmlns:a="http://schemas.openxmlformats.org/drawingml/2006/main">
            <a:pPr marL="285750" indent="-285750" algn="just">
              <a:lnSpc>
                <a:spcPct val="200000"/>
              </a:lnSpc>
              <a:buFont typeface="Arial"/>
              <a:buChar char="•"/>
            </a:pPr>
            <a:r>
              <a:rPr sz="2400" b="1">
                <a:latin typeface="Arial"/>
                <a:ea typeface="Arial"/>
                <a:cs typeface="Arial"/>
              </a:rPr>
              <a:t>Team Name (Registered on portal)</a:t>
            </a:r>
            <a:endParaRPr sz="2400" b="1">
              <a:latin typeface="Arial"/>
              <a:ea typeface="Arial"/>
              <a:cs typeface="Arial"/>
            </a:endParaRPr>
          </a:p>
        </p:txBody>
      </p:sp>
      <p:pic>
        <p:nvPicPr>
          <p:cNvPr id="46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36b8b4eff94e4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80086" y="1500"/>
            <a:ext cx="2249850" cy="106233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848545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C20DA43D-DB37-430D-8916-A7A86AF8A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54762"/>
            <a:ext cx="12191999" cy="5032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 w="9525">
            <a:noFill/>
          </a:ln>
          <a:effectLst xmlns:a="http://schemas.openxmlformats.org/drawingml/2006/main"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2">
                  <a:lumMod val="75000"/>
                </a:schemeClr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15361" name="Title 1">
            <a:extLst xmlns:a="http://schemas.openxmlformats.org/drawingml/2006/main">
              <a:ext uri="{FF2B5EF4-FFF2-40B4-BE49-F238E27FC236}">
                <a16:creationId xmlns:a16="http://schemas.microsoft.com/office/drawing/2014/main" id="{F889629F-C2B1-447C-A4BC-5F059D6A353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2998" y="0"/>
            <a:ext cx="10972800" cy="11430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3600" b="1">
                <a:latin typeface="Times New Roman"/>
                <a:ea typeface="Times New Roman"/>
                <a:cs typeface="Times New Roman"/>
              </a:rPr>
              <a:t/>
            </a:r>
            <a:r>
              <a:t>
CAPACITY CONNECT</a:t>
            </a:r>
          </a:p>
        </p:txBody>
      </p:sp>
      <p:sp>
        <p:nvSpPr>
          <p:cNvPr id="15362" name="TextBox 8">
            <a:extLst xmlns:a="http://schemas.openxmlformats.org/drawingml/2006/main">
              <a:ext uri="{FF2B5EF4-FFF2-40B4-BE49-F238E27FC236}">
                <a16:creationId xmlns:a16="http://schemas.microsoft.com/office/drawing/2014/main" id="{708620F2-7FED-4CA1-A745-2827586BD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" y="2064921"/>
            <a:ext cx="12191999" cy="24929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42900" indent="-342900">
              <a:buFont typeface="Wingdings"/>
              <a:buChar char="v"/>
            </a:pPr>
            <a:r>
              <a:rPr sz="3200" b="1" u="sng">
                <a:solidFill>
                  <a:schemeClr val="tx2"/>
                </a:solidFill>
                <a:latin typeface="Arial"/>
                <a:ea typeface="Arial"/>
                <a:cs typeface="Arial"/>
              </a:rPr>
              <a:t>Proposed Solution (Describe your Idea/Solution/Prototype)</a:t>
            </a:r>
            <a:endParaRPr sz="3200" u="sng">
              <a:solidFill>
                <a:schemeClr val="tx2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42900" indent="-342900">
              <a:buFont typeface="Arial"/>
              <a:buChar char="•"/>
            </a:pPr>
            <a:endParaRPr sz="2000" u="sng">
              <a:solidFill>
                <a:schemeClr val="tx2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42900" indent="-342900">
              <a:buFont typeface="Arial"/>
              <a:buChar char="•"/>
            </a:pPr>
            <a:endParaRPr sz="2000" u="sng">
              <a:solidFill>
                <a:schemeClr val="tx2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42900" indent="-342900" algn="just">
              <a:buFont typeface="Arial"/>
              <a:buChar char="•"/>
            </a:pPr>
            <a:r>
              <a:rPr sz="2800">
                <a:latin typeface="Arial"/>
                <a:ea typeface="Arial"/>
                <a:cs typeface="Arial"/>
              </a:rPr>
              <a:t>Detailed explanation of the proposed solution</a:t>
            </a:r>
          </a:p>
          <a:p xmlns:a="http://schemas.openxmlformats.org/drawingml/2006/main">
            <a:pPr marL="342900" indent="-342900" algn="just">
              <a:buFont typeface="Arial"/>
              <a:buChar char="•"/>
            </a:pPr>
            <a:r>
              <a:rPr sz="2800">
                <a:latin typeface="Arial"/>
                <a:ea typeface="Arial"/>
                <a:cs typeface="Arial"/>
              </a:rPr>
              <a:t> How it addresses the problem</a:t>
            </a:r>
          </a:p>
          <a:p xmlns:a="http://schemas.openxmlformats.org/drawingml/2006/main">
            <a:pPr marL="342900" indent="-342900" algn="just">
              <a:buFont typeface="Arial"/>
              <a:buChar char="•"/>
            </a:pPr>
            <a:r>
              <a:rPr sz="2800">
                <a:latin typeface="Arial"/>
                <a:ea typeface="Arial"/>
                <a:cs typeface="Arial"/>
              </a:rPr>
              <a:t>Innovation and uniqueness of the solution 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AC85C14-8CC5-42F7-B5B1-4B140D5E053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77C3CE7-23F7-4828-823C-E0205DF2CF97}" type="slidenum">
              <a:rPr b="1">
                <a:solidFill>
                  <a:schemeClr val="bg1"/>
                </a:solidFill>
              </a:rPr>
              <a:t>2</a:t>
            </a:fld>
            <a:endParaRPr b="1">
              <a:solidFill>
                <a:schemeClr val="bg1"/>
              </a:solidFill>
            </a:endParaRPr>
          </a:p>
        </p:txBody>
      </p:sp>
      <p:sp>
        <p:nvSpPr>
          <p:cNvPr id="7" name="Footer Placeholder 6">
            <a:extLst xmlns:a="http://schemas.openxmlformats.org/drawingml/2006/main">
              <a:ext uri="{FF2B5EF4-FFF2-40B4-BE49-F238E27FC236}">
                <a16:creationId xmlns:a16="http://schemas.microsoft.com/office/drawing/2014/main" id="{F1C6649B-F29C-4B28-810B-20A032827AC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648200" y="6356353"/>
            <a:ext cx="3204000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rPr>
                <a:solidFill>
                  <a:schemeClr val="bg1"/>
                </a:solidFill>
              </a:rPr>
              <a:t>@SIH Idea submission- Template</a:t>
            </a:r>
            <a:endParaRPr>
              <a:solidFill>
                <a:schemeClr val="bg1"/>
              </a:solidFill>
            </a:endParaRPr>
          </a:p>
        </p:txBody>
      </p:sp>
      <p:sp>
        <p:nvSpPr>
          <p:cNvPr id="10" name="Oval 9">
            <a:extLst xmlns:a="http://schemas.openxmlformats.org/drawingml/2006/main">
              <a:ext uri="{FF2B5EF4-FFF2-40B4-BE49-F238E27FC236}">
                <a16:creationId xmlns:a16="http://schemas.microsoft.com/office/drawing/2014/main" id="{5DBCE864-823D-4A13-9607-5DA1F0ED5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773" y="252246"/>
            <a:ext cx="1251857" cy="807334"/>
          </a:xfrm>
          <a:prstGeom xmlns:a="http://schemas.openxmlformats.org/drawingml/2006/main" prst="ellipse">
            <a:avLst/>
          </a:prstGeom>
        </p:spPr>
        <p:style>
          <a:lnRef xmlns:a="http://schemas.openxmlformats.org/drawingml/2006/main" idx="2">
            <a:schemeClr val="accent4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4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>byte force</a:t>
            </a:r>
            <a:endParaRPr/>
          </a:p>
        </p:txBody>
      </p:sp>
      <p:pic>
        <p:nvPicPr>
          <p:cNvPr id="15370" name="Picture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e3a965c0004ab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80086" y="1500"/>
            <a:ext cx="2249850" cy="106233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880837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54762"/>
            <a:ext cx="12191999" cy="5032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 w="9525">
            <a:noFill/>
          </a:ln>
          <a:effectLst xmlns:a="http://schemas.openxmlformats.org/drawingml/2006/main"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2">
                  <a:lumMod val="75000"/>
                </a:schemeClr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17409" name="Title 1">
            <a:extLst xmlns:a="http://schemas.openxmlformats.org/drawingml/2006/main">
              <a:ext uri="{FF2B5EF4-FFF2-40B4-BE49-F238E27FC236}">
                <a16:creationId xmlns:a16="http://schemas.microsoft.com/office/drawing/2014/main" id="{8F5DE843-AD02-4BCC-95F7-F32090DC4C3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3600" b="1">
                <a:latin typeface="Times New Roman"/>
                <a:ea typeface="Times New Roman"/>
                <a:cs typeface="Times New Roman"/>
              </a:rPr>
              <a:t>TECHNICAL APPROACH</a:t>
            </a:r>
          </a:p>
        </p:txBody>
      </p:sp>
      <p:sp>
        <p:nvSpPr>
          <p:cNvPr id="17410" name="TextBox 8">
            <a:extLst xmlns:a="http://schemas.openxmlformats.org/drawingml/2006/main">
              <a:ext uri="{FF2B5EF4-FFF2-40B4-BE49-F238E27FC236}">
                <a16:creationId xmlns:a16="http://schemas.microsoft.com/office/drawing/2014/main" id="{37B8B0AE-D31C-4258-8285-B716D5A29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33653"/>
            <a:ext cx="9385300" cy="18158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42900" indent="-342900" algn="just">
              <a:buFont typeface="Arial"/>
              <a:buChar char="•"/>
            </a:pPr>
            <a:r>
              <a:rPr sz="2800">
                <a:latin typeface="Arial"/>
                <a:ea typeface="Arial"/>
                <a:cs typeface="Arial"/>
              </a:rPr>
              <a:t>Technologies to be used (e.g. programming languages, frameworks, hardware)</a:t>
            </a:r>
          </a:p>
          <a:p xmlns:a="http://schemas.openxmlformats.org/drawingml/2006/main">
            <a:pPr marL="342900" indent="-342900" algn="just">
              <a:buFont typeface="Arial"/>
              <a:buChar char="•"/>
            </a:pPr>
            <a:r>
              <a:rPr sz="2800">
                <a:latin typeface="Arial"/>
                <a:ea typeface="Arial"/>
                <a:cs typeface="Arial"/>
              </a:rPr>
              <a:t>Methodology and process for implementation (Flow Charts/Images/ working prototype)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511F998-D16C-4C2E-92DF-CDF5E42B207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77C3CE7-23F7-4828-823C-E0205DF2CF97}" type="slidenum">
              <a:rPr b="1">
                <a:solidFill>
                  <a:schemeClr val="bg1"/>
                </a:solidFill>
              </a:rPr>
              <a:t>3</a:t>
            </a:fld>
            <a:endParaRPr b="1">
              <a:solidFill>
                <a:schemeClr val="bg1"/>
              </a:solidFill>
            </a:endParaRPr>
          </a:p>
        </p:txBody>
      </p:sp>
      <p:sp>
        <p:nvSpPr>
          <p:cNvPr id="7" name="Footer Placeholder 6">
            <a:extLst xmlns:a="http://schemas.openxmlformats.org/drawingml/2006/main">
              <a:ext uri="{FF2B5EF4-FFF2-40B4-BE49-F238E27FC236}">
                <a16:creationId xmlns:a16="http://schemas.microsoft.com/office/drawing/2014/main" id="{CA96D6F8-CBCB-406B-97B1-2B674A6149B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648200" y="6356353"/>
            <a:ext cx="3204000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rPr>
                <a:solidFill>
                  <a:schemeClr val="bg1"/>
                </a:solidFill>
              </a:rPr>
              <a:t>@SIH Idea submission- Template</a:t>
            </a:r>
            <a:endParaRPr>
              <a:solidFill>
                <a:schemeClr val="bg1"/>
              </a:solidFill>
            </a:endParaRPr>
          </a:p>
        </p:txBody>
      </p:sp>
      <p:sp>
        <p:nvSpPr>
          <p:cNvPr id="11" name="Oval 10">
            <a:extLst xmlns:a="http://schemas.openxmlformats.org/drawingml/2006/main">
              <a:ext uri="{FF2B5EF4-FFF2-40B4-BE49-F238E27FC236}">
                <a16:creationId xmlns:a16="http://schemas.microsoft.com/office/drawing/2014/main" id="{5DBCE864-823D-4A13-9607-5DA1F0ED5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773" y="252246"/>
            <a:ext cx="1251857" cy="807334"/>
          </a:xfrm>
          <a:prstGeom xmlns:a="http://schemas.openxmlformats.org/drawingml/2006/main" prst="ellipse">
            <a:avLst/>
          </a:prstGeom>
        </p:spPr>
        <p:style>
          <a:lnRef xmlns:a="http://schemas.openxmlformats.org/drawingml/2006/main" idx="2">
            <a:schemeClr val="accent4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4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>byte force</a:t>
            </a:r>
            <a:endParaRPr/>
          </a:p>
        </p:txBody>
      </p:sp>
      <p:pic>
        <p:nvPicPr>
          <p:cNvPr id="17418" name="Picture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0a889418114ee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80086" y="1500"/>
            <a:ext cx="2249850" cy="106233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06710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54762"/>
            <a:ext cx="12191999" cy="5032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 w="9525">
            <a:noFill/>
          </a:ln>
          <a:effectLst xmlns:a="http://schemas.openxmlformats.org/drawingml/2006/main"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srgbClr val="C0504D">
                  <a:lumMod val="75000"/>
                </a:srgbClr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409" name="Title 1">
            <a:extLst xmlns:a="http://schemas.openxmlformats.org/drawingml/2006/main">
              <a:ext uri="{FF2B5EF4-FFF2-40B4-BE49-F238E27FC236}">
                <a16:creationId xmlns:a16="http://schemas.microsoft.com/office/drawing/2014/main" id="{96C11D81-CB3C-42F8-96DC-BE8BF6E260C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3600" b="1">
                <a:latin typeface="Times New Roman"/>
                <a:ea typeface="Times New Roman"/>
                <a:cs typeface="Times New Roman"/>
              </a:rPr>
              <a:t>FEASIBILITY AND VIABILITY</a:t>
            </a:r>
          </a:p>
        </p:txBody>
      </p:sp>
      <p:sp>
        <p:nvSpPr>
          <p:cNvPr id="17410" name="TextBox 8">
            <a:extLst xmlns:a="http://schemas.openxmlformats.org/drawingml/2006/main">
              <a:ext uri="{FF2B5EF4-FFF2-40B4-BE49-F238E27FC236}">
                <a16:creationId xmlns:a16="http://schemas.microsoft.com/office/drawing/2014/main" id="{37ADC2FC-8FF9-45BB-8F4C-787E69301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33653"/>
            <a:ext cx="9385300" cy="1384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42900" marR="0" lvl="0" indent="-342900" algn="just" defTabSz="4572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/>
              <a:buChar char="•"/>
            </a:pPr>
            <a:r>
              <a:rPr sz="2800">
                <a:solidFill>
                  <a:prstClr val="black"/>
                </a:solidFill>
                <a:latin typeface="Arial"/>
                <a:ea typeface="Arial"/>
                <a:cs typeface="Arial"/>
              </a:rPr>
              <a:t>Analysis of the feasibility of the idea</a:t>
            </a:r>
            <a:endParaRPr sz="2800" b="0" i="0" u="non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42900" marR="0" lvl="0" indent="-342900" algn="just" defTabSz="4572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/>
              <a:buChar char="•"/>
            </a:pPr>
            <a:r>
              <a:rPr sz="2800">
                <a:solidFill>
                  <a:prstClr val="black"/>
                </a:solidFill>
                <a:latin typeface="Arial"/>
                <a:ea typeface="Arial"/>
                <a:cs typeface="Arial"/>
              </a:rPr>
              <a:t>Potential challenges and risks</a:t>
            </a:r>
          </a:p>
          <a:p xmlns:a="http://schemas.openxmlformats.org/drawingml/2006/main">
            <a:pPr marL="342900" marR="0" lvl="0" indent="-342900" algn="just" defTabSz="4572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/>
              <a:buChar char="•"/>
            </a:pPr>
            <a:r>
              <a:rPr sz="2800" b="0" i="0" u="none" cap="none" spc="0">
                <a:ln>
                  <a:noFill/>
                </a:ln>
                <a:solidFill>
                  <a:prstClr val="black"/>
                </a:solidFill>
                <a:latin typeface="Arial"/>
                <a:ea typeface="Arial"/>
                <a:cs typeface="Arial"/>
              </a:rPr>
              <a:t>Strategies</a:t>
            </a:r>
            <a:r>
              <a:rPr sz="2800" b="0" i="0" u="none" cap="none" spc="0">
                <a:ln>
                  <a:noFill/>
                </a:ln>
                <a:solidFill>
                  <a:prstClr val="black"/>
                </a:solidFill>
                <a:latin typeface="Arial"/>
                <a:ea typeface="Arial"/>
                <a:cs typeface="Arial"/>
              </a:rPr>
              <a:t> for overcoming these challenges</a:t>
            </a:r>
            <a:endParaRPr sz="2800" b="0" i="0" u="non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6584B16-386B-4279-A014-C106FBD311E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r" defTabSz="4572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677C3CE7-23F7-4828-823C-E0205DF2CF97}" type="slidenum">
              <a:rPr sz="1200" b="1" i="0" u="none" cap="none" spc="0">
                <a:ln>
                  <a:noFill/>
                </a:ln>
                <a:solidFill>
                  <a:prstClr val="white"/>
                </a:solidFill>
                <a:latin typeface="TradeGothic"/>
                <a:ea typeface="TradeGothic"/>
                <a:cs typeface="TradeGothic"/>
              </a:rPr>
              <a:t>4</a:t>
            </a:fld>
            <a:endParaRPr sz="1200" b="1" i="0" u="none" kern="1200" cap="none" spc="0" baseline="0">
              <a:ln>
                <a:noFill/>
              </a:ln>
              <a:solidFill>
                <a:prstClr val="white"/>
              </a:solidFill>
              <a:latin typeface="TradeGothic"/>
              <a:ea typeface="TradeGothic"/>
              <a:cs typeface="TradeGothic"/>
            </a:endParaRPr>
          </a:p>
        </p:txBody>
      </p:sp>
      <p:sp>
        <p:nvSpPr>
          <p:cNvPr id="7" name="Footer Placeholder 6">
            <a:extLst xmlns:a="http://schemas.openxmlformats.org/drawingml/2006/main">
              <a:ext uri="{FF2B5EF4-FFF2-40B4-BE49-F238E27FC236}">
                <a16:creationId xmlns:a16="http://schemas.microsoft.com/office/drawing/2014/main" id="{BE4B4860-ECCE-4603-81E4-42B7E513425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648200" y="6356353"/>
            <a:ext cx="3204000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200" b="0" i="0" u="none" cap="none" spc="0">
                <a:ln>
                  <a:noFill/>
                </a:ln>
                <a:solidFill>
                  <a:prstClr val="white"/>
                </a:solidFill>
                <a:latin typeface="TradeGothic"/>
                <a:ea typeface="TradeGothic"/>
                <a:cs typeface="TradeGothic"/>
              </a:rPr>
              <a:t>@SIH Idea submission- Template</a:t>
            </a:r>
            <a:endParaRPr sz="1200" b="0" i="0" u="none" kern="1200" cap="none" spc="0" baseline="0">
              <a:ln>
                <a:noFill/>
              </a:ln>
              <a:solidFill>
                <a:prstClr val="white"/>
              </a:solidFill>
              <a:latin typeface="TradeGothic"/>
              <a:ea typeface="TradeGothic"/>
              <a:cs typeface="TradeGothic"/>
            </a:endParaRPr>
          </a:p>
        </p:txBody>
      </p:sp>
      <p:sp>
        <p:nvSpPr>
          <p:cNvPr id="12" name="Oval 11">
            <a:extLst xmlns:a="http://schemas.openxmlformats.org/drawingml/2006/main">
              <a:ext uri="{FF2B5EF4-FFF2-40B4-BE49-F238E27FC236}">
                <a16:creationId xmlns:a16="http://schemas.microsoft.com/office/drawing/2014/main" id="{5DBCE864-823D-4A13-9607-5DA1F0ED5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773" y="252246"/>
            <a:ext cx="1251857" cy="807334"/>
          </a:xfrm>
          <a:prstGeom xmlns:a="http://schemas.openxmlformats.org/drawingml/2006/main" prst="ellipse">
            <a:avLst/>
          </a:prstGeom>
        </p:spPr>
        <p:style>
          <a:lnRef xmlns:a="http://schemas.openxmlformats.org/drawingml/2006/main" idx="2">
            <a:schemeClr val="accent4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4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>byte force</a:t>
            </a:r>
            <a:endParaRPr/>
          </a:p>
        </p:txBody>
      </p:sp>
      <p:pic>
        <p:nvPicPr>
          <p:cNvPr id="17418" name="Picture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5631a59ad44a7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80086" y="1500"/>
            <a:ext cx="2249850" cy="106233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54762"/>
            <a:ext cx="12191999" cy="5032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 w="9525">
            <a:noFill/>
          </a:ln>
          <a:effectLst xmlns:a="http://schemas.openxmlformats.org/drawingml/2006/main"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srgbClr val="C0504D">
                  <a:lumMod val="75000"/>
                </a:srgbClr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409" name="Title 1">
            <a:extLst xmlns:a="http://schemas.openxmlformats.org/drawingml/2006/main">
              <a:ext uri="{FF2B5EF4-FFF2-40B4-BE49-F238E27FC236}">
                <a16:creationId xmlns:a16="http://schemas.microsoft.com/office/drawing/2014/main" id="{8C3164C4-49BC-4FBF-BA49-3BBB057B28A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3600" b="1">
                <a:latin typeface="Times New Roman"/>
                <a:ea typeface="Times New Roman"/>
                <a:cs typeface="Times New Roman"/>
              </a:rPr>
              <a:t>IMPACT AND BENEFITS</a:t>
            </a:r>
          </a:p>
        </p:txBody>
      </p:sp>
      <p:sp>
        <p:nvSpPr>
          <p:cNvPr id="17410" name="TextBox 8">
            <a:extLst xmlns:a="http://schemas.openxmlformats.org/drawingml/2006/main">
              <a:ext uri="{FF2B5EF4-FFF2-40B4-BE49-F238E27FC236}">
                <a16:creationId xmlns:a16="http://schemas.microsoft.com/office/drawing/2014/main" id="{15221A01-AA60-48B5-9F3F-737E37366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33653"/>
            <a:ext cx="9385300" cy="1384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42900" marR="0" lvl="0" indent="-342900" algn="just" defTabSz="4572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/>
              <a:buChar char="•"/>
            </a:pPr>
            <a:r>
              <a:rPr sz="2800" b="0" i="0" u="none" cap="none" spc="0">
                <a:ln>
                  <a:noFill/>
                </a:ln>
                <a:solidFill>
                  <a:prstClr val="black"/>
                </a:solidFill>
                <a:latin typeface="Arial"/>
                <a:ea typeface="Arial"/>
                <a:cs typeface="Arial"/>
              </a:rPr>
              <a:t>Potential impact on the target audience</a:t>
            </a:r>
          </a:p>
          <a:p xmlns:a="http://schemas.openxmlformats.org/drawingml/2006/main">
            <a:pPr marL="342900" marR="0" lvl="0" indent="-342900" algn="just" defTabSz="4572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/>
              <a:buChar char="•"/>
            </a:pPr>
            <a:r>
              <a:rPr sz="2800">
                <a:solidFill>
                  <a:prstClr val="black"/>
                </a:solidFill>
                <a:latin typeface="Arial"/>
                <a:ea typeface="Arial"/>
                <a:cs typeface="Arial"/>
              </a:rPr>
              <a:t>Benefits of the solution (social, economic, environmental, etc.)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D55990B-B446-467E-B83C-B4CA136CA04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r" defTabSz="4572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677C3CE7-23F7-4828-823C-E0205DF2CF97}" type="slidenum">
              <a:rPr sz="1200" b="1" i="0" u="none" cap="none" spc="0">
                <a:ln>
                  <a:noFill/>
                </a:ln>
                <a:solidFill>
                  <a:prstClr val="white"/>
                </a:solidFill>
                <a:latin typeface="TradeGothic"/>
                <a:ea typeface="TradeGothic"/>
                <a:cs typeface="TradeGothic"/>
              </a:rPr>
              <a:t>5</a:t>
            </a:fld>
            <a:endParaRPr sz="1200" b="1" i="0" u="none" kern="1200" cap="none" spc="0" baseline="0">
              <a:ln>
                <a:noFill/>
              </a:ln>
              <a:solidFill>
                <a:prstClr val="white"/>
              </a:solidFill>
              <a:latin typeface="TradeGothic"/>
              <a:ea typeface="TradeGothic"/>
              <a:cs typeface="TradeGothic"/>
            </a:endParaRPr>
          </a:p>
        </p:txBody>
      </p:sp>
      <p:sp>
        <p:nvSpPr>
          <p:cNvPr id="7" name="Footer Placeholder 6">
            <a:extLst xmlns:a="http://schemas.openxmlformats.org/drawingml/2006/main">
              <a:ext uri="{FF2B5EF4-FFF2-40B4-BE49-F238E27FC236}">
                <a16:creationId xmlns:a16="http://schemas.microsoft.com/office/drawing/2014/main" id="{8B29F9DC-CD3C-48ED-8B8D-45E098E0C65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648200" y="6356353"/>
            <a:ext cx="3204000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200" b="0" i="0" u="none" cap="none" spc="0">
                <a:ln>
                  <a:noFill/>
                </a:ln>
                <a:solidFill>
                  <a:prstClr val="white"/>
                </a:solidFill>
                <a:latin typeface="TradeGothic"/>
                <a:ea typeface="TradeGothic"/>
                <a:cs typeface="TradeGothic"/>
              </a:rPr>
              <a:t>@SIH Idea submission- Template</a:t>
            </a:r>
            <a:endParaRPr sz="1200" b="0" i="0" u="none" kern="1200" cap="none" spc="0" baseline="0">
              <a:ln>
                <a:noFill/>
              </a:ln>
              <a:solidFill>
                <a:prstClr val="white"/>
              </a:solidFill>
              <a:latin typeface="TradeGothic"/>
              <a:ea typeface="TradeGothic"/>
              <a:cs typeface="TradeGothic"/>
            </a:endParaRPr>
          </a:p>
        </p:txBody>
      </p:sp>
      <p:sp>
        <p:nvSpPr>
          <p:cNvPr id="12" name="Oval 11">
            <a:extLst xmlns:a="http://schemas.openxmlformats.org/drawingml/2006/main">
              <a:ext uri="{FF2B5EF4-FFF2-40B4-BE49-F238E27FC236}">
                <a16:creationId xmlns:a16="http://schemas.microsoft.com/office/drawing/2014/main" id="{5DBCE864-823D-4A13-9607-5DA1F0ED5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773" y="252246"/>
            <a:ext cx="1251857" cy="807334"/>
          </a:xfrm>
          <a:prstGeom xmlns:a="http://schemas.openxmlformats.org/drawingml/2006/main" prst="ellipse">
            <a:avLst/>
          </a:prstGeom>
        </p:spPr>
        <p:style>
          <a:lnRef xmlns:a="http://schemas.openxmlformats.org/drawingml/2006/main" idx="2">
            <a:schemeClr val="accent4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4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>byte force</a:t>
            </a:r>
            <a:endParaRPr/>
          </a:p>
        </p:txBody>
      </p:sp>
      <p:pic>
        <p:nvPicPr>
          <p:cNvPr id="17418" name="Picture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1a7a61eca74a9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80086" y="1500"/>
            <a:ext cx="2249850" cy="106233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54762"/>
            <a:ext cx="12191999" cy="5032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 w="9525">
            <a:noFill/>
          </a:ln>
          <a:effectLst xmlns:a="http://schemas.openxmlformats.org/drawingml/2006/main"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srgbClr val="C0504D">
                  <a:lumMod val="75000"/>
                </a:srgbClr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409" name="Title 1">
            <a:extLst xmlns:a="http://schemas.openxmlformats.org/drawingml/2006/main">
              <a:ext uri="{FF2B5EF4-FFF2-40B4-BE49-F238E27FC236}">
                <a16:creationId xmlns:a16="http://schemas.microsoft.com/office/drawing/2014/main" id="{9645E9F4-7C1F-412D-98F4-EEDC78E4BFA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3600" b="1">
                <a:latin typeface="Times New Roman"/>
                <a:ea typeface="Times New Roman"/>
                <a:cs typeface="Times New Roman"/>
              </a:rPr>
              <a:t>RESEARCH  AND REFERENCES</a:t>
            </a:r>
          </a:p>
        </p:txBody>
      </p:sp>
      <p:sp>
        <p:nvSpPr>
          <p:cNvPr id="17410" name="TextBox 8">
            <a:extLst xmlns:a="http://schemas.openxmlformats.org/drawingml/2006/main">
              <a:ext uri="{FF2B5EF4-FFF2-40B4-BE49-F238E27FC236}">
                <a16:creationId xmlns:a16="http://schemas.microsoft.com/office/drawing/2014/main" id="{F7657F2D-6F73-4840-808C-0D0061498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95263"/>
            <a:ext cx="9385300" cy="8199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42900" marR="0" lvl="0" indent="-342900" algn="just" defTabSz="4572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/>
              <a:buChar char="•"/>
            </a:pPr>
            <a:r>
              <a:rPr sz="2800">
                <a:solidFill>
                  <a:prstClr val="black"/>
                </a:solidFill>
                <a:latin typeface="Arial"/>
                <a:ea typeface="Arial"/>
                <a:cs typeface="Arial"/>
              </a:rPr>
              <a:t>Prototype reference
• Capacity Connect source review: app.py, models.py, config.py, routes/, templates/, and requirements.txt.
• Functional review confirms Flask server rendering, SQLAlchemy data models, SQLite storage, local uploads, assessments, certificates, and role-based workflows.
Official format reference
• Smart India Hackathon 2026 Idea Presentation Format supplied by SIH.
Pilot research plan
• Test representative trainee, trainer, and administrator workflows.
• Measure enrolment completion, assessment completion, certificate issuance, and user feedback.
• Document privacy, retention, access-control, backup, and governance requirements before deployment.</a:t>
            </a:r>
            <a:endParaRPr sz="2800" b="0" i="0" u="non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ADD6777-1C3D-4F22-A6B3-380E1D9B71C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r" defTabSz="4572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677C3CE7-23F7-4828-823C-E0205DF2CF97}" type="slidenum">
              <a:rPr sz="1200" b="1" i="0" u="none" cap="none" spc="0">
                <a:ln>
                  <a:noFill/>
                </a:ln>
                <a:solidFill>
                  <a:prstClr val="white"/>
                </a:solidFill>
                <a:latin typeface="TradeGothic"/>
                <a:ea typeface="TradeGothic"/>
                <a:cs typeface="TradeGothic"/>
              </a:rPr>
              <a:t>6</a:t>
            </a:fld>
            <a:endParaRPr sz="1200" b="1" i="0" u="none" kern="1200" cap="none" spc="0" baseline="0">
              <a:ln>
                <a:noFill/>
              </a:ln>
              <a:solidFill>
                <a:prstClr val="white"/>
              </a:solidFill>
              <a:latin typeface="TradeGothic"/>
              <a:ea typeface="TradeGothic"/>
              <a:cs typeface="TradeGothic"/>
            </a:endParaRPr>
          </a:p>
        </p:txBody>
      </p:sp>
      <p:sp>
        <p:nvSpPr>
          <p:cNvPr id="7" name="Footer Placeholder 6">
            <a:extLst xmlns:a="http://schemas.openxmlformats.org/drawingml/2006/main">
              <a:ext uri="{FF2B5EF4-FFF2-40B4-BE49-F238E27FC236}">
                <a16:creationId xmlns:a16="http://schemas.microsoft.com/office/drawing/2014/main" id="{75C8FB3E-9D6F-4EB1-967E-6896FE3C53E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648200" y="6356353"/>
            <a:ext cx="3204000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200" b="0" i="0" u="none" cap="none" spc="0">
                <a:ln>
                  <a:noFill/>
                </a:ln>
                <a:solidFill>
                  <a:prstClr val="white"/>
                </a:solidFill>
                <a:latin typeface="TradeGothic"/>
                <a:ea typeface="TradeGothic"/>
                <a:cs typeface="TradeGothic"/>
              </a:rPr>
              <a:t>@SIH Idea submission- Template</a:t>
            </a:r>
            <a:endParaRPr sz="1200" b="0" i="0" u="none" kern="1200" cap="none" spc="0" baseline="0">
              <a:ln>
                <a:noFill/>
              </a:ln>
              <a:solidFill>
                <a:prstClr val="white"/>
              </a:solidFill>
              <a:latin typeface="TradeGothic"/>
              <a:ea typeface="TradeGothic"/>
              <a:cs typeface="TradeGothic"/>
            </a:endParaRPr>
          </a:p>
        </p:txBody>
      </p:sp>
      <p:sp>
        <p:nvSpPr>
          <p:cNvPr id="9" name="Oval 8">
            <a:extLst xmlns:a="http://schemas.openxmlformats.org/drawingml/2006/main">
              <a:ext uri="{FF2B5EF4-FFF2-40B4-BE49-F238E27FC236}">
                <a16:creationId xmlns:a16="http://schemas.microsoft.com/office/drawing/2014/main" id="{5DBCE864-823D-4A13-9607-5DA1F0ED5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773" y="252246"/>
            <a:ext cx="1251857" cy="807334"/>
          </a:xfrm>
          <a:prstGeom xmlns:a="http://schemas.openxmlformats.org/drawingml/2006/main" prst="ellipse">
            <a:avLst/>
          </a:prstGeom>
        </p:spPr>
        <p:style>
          <a:lnRef xmlns:a="http://schemas.openxmlformats.org/drawingml/2006/main" idx="2">
            <a:schemeClr val="accent4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4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>byte force</a:t>
            </a:r>
            <a:endParaRPr/>
          </a:p>
        </p:txBody>
      </p:sp>
      <p:pic>
        <p:nvPicPr>
          <p:cNvPr id="17418" name="Picture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984db968094ce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80086" y="1500"/>
            <a:ext cx="2249850" cy="106233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54762"/>
            <a:ext cx="12191999" cy="5032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 w="9525">
            <a:noFill/>
          </a:ln>
          <a:effectLst xmlns:a="http://schemas.openxmlformats.org/drawingml/2006/main"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srgbClr val="C0504D">
                  <a:lumMod val="75000"/>
                </a:srgbClr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BDFBE36-FBD9-4F61-9A70-252EF81DF25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r" defTabSz="4572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677C3CE7-23F7-4828-823C-E0205DF2CF97}" type="slidenum">
              <a:rPr sz="1200" b="1" i="0" u="none" cap="none" spc="0">
                <a:ln>
                  <a:noFill/>
                </a:ln>
                <a:solidFill>
                  <a:prstClr val="white"/>
                </a:solidFill>
                <a:latin typeface="TradeGothic"/>
                <a:ea typeface="TradeGothic"/>
                <a:cs typeface="TradeGothic"/>
              </a:rPr>
              <a:t>7</a:t>
            </a:fld>
            <a:endParaRPr sz="1200" b="1" i="0" u="none" kern="1200" cap="none" spc="0" baseline="0">
              <a:ln>
                <a:noFill/>
              </a:ln>
              <a:solidFill>
                <a:prstClr val="white"/>
              </a:solidFill>
              <a:latin typeface="TradeGothic"/>
              <a:ea typeface="TradeGothic"/>
              <a:cs typeface="TradeGothic"/>
            </a:endParaRPr>
          </a:p>
        </p:txBody>
      </p:sp>
      <p:sp>
        <p:nvSpPr>
          <p:cNvPr id="7" name="Footer Placeholder 6">
            <a:extLst xmlns:a="http://schemas.openxmlformats.org/drawingml/2006/main">
              <a:ext uri="{FF2B5EF4-FFF2-40B4-BE49-F238E27FC236}">
                <a16:creationId xmlns:a16="http://schemas.microsoft.com/office/drawing/2014/main" id="{6062E9D9-0109-4268-9BA7-C089B77BD33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648200" y="6356353"/>
            <a:ext cx="3204000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200" b="0" i="0" u="none" cap="none" spc="0">
                <a:ln>
                  <a:noFill/>
                </a:ln>
                <a:solidFill>
                  <a:prstClr val="white"/>
                </a:solidFill>
                <a:latin typeface="TradeGothic"/>
                <a:ea typeface="TradeGothic"/>
                <a:cs typeface="TradeGothic"/>
              </a:rPr>
              <a:t>@SIH Idea submission- Template</a:t>
            </a:r>
            <a:endParaRPr sz="1200" b="0" i="0" u="none" kern="1200" cap="none" spc="0" baseline="0">
              <a:ln>
                <a:noFill/>
              </a:ln>
              <a:solidFill>
                <a:prstClr val="white"/>
              </a:solidFill>
              <a:latin typeface="TradeGothic"/>
              <a:ea typeface="TradeGothic"/>
              <a:cs typeface="TradeGothic"/>
            </a:endParaRPr>
          </a:p>
        </p:txBody>
      </p:sp>
      <p:sp>
        <p:nvSpPr>
          <p:cNvPr id="3" name="Round Diagonal Corner Rectangle 2">
            <a:extLst xmlns:a="http://schemas.openxmlformats.org/drawingml/2006/main">
              <a:ext uri="{FF2B5EF4-FFF2-40B4-BE49-F238E27FC236}">
                <a16:creationId xmlns:a16="http://schemas.microsoft.com/office/drawing/2014/main" id="{0946999F-5DDC-4872-8B8D-89224DDF8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791032"/>
            <a:ext cx="12192000" cy="4319200"/>
          </a:xfrm>
          <a:prstGeom xmlns:a="http://schemas.openxmlformats.org/drawingml/2006/main" prst="round2DiagRect">
            <a:avLst/>
          </a:prstGeom>
          <a:solidFill xmlns:a="http://schemas.openxmlformats.org/drawingml/2006/main">
            <a:schemeClr val="accent1">
              <a:lumMod val="20000"/>
              <a:lumOff val="80000"/>
            </a:schemeClr>
          </a:solidFill>
          <a:ln xmlns:a="http://schemas.openxmlformats.org/drawingml/2006/main" w="38100"/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Google Shape;100;p3">
            <a:extLst xmlns:a="http://schemas.openxmlformats.org/drawingml/2006/main">
              <a:ext uri="{FF2B5EF4-FFF2-40B4-BE49-F238E27FC236}">
                <a16:creationId xmlns:a16="http://schemas.microsoft.com/office/drawing/2014/main" id="{7D50B191-A7BF-4218-AC4E-C13F93DA9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832" y="1915454"/>
            <a:ext cx="11764736" cy="40703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514350" marR="0" lvl="0" indent="-51435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b="1" i="0" u="none" cap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Kindly keep the maximum slides limit up to six </a:t>
            </a:r>
            <a:r>
              <a:rPr b="1" i="0" u="none" cap="none">
                <a:solidFill>
                  <a:srgbClr val="C00000"/>
                </a:solidFill>
                <a:latin typeface="Arial"/>
                <a:ea typeface="Arial"/>
                <a:cs typeface="Arial"/>
              </a:rPr>
              <a:t>(6). </a:t>
            </a:r>
            <a:r>
              <a:rPr b="1" i="0" u="none" cap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( Including the </a:t>
            </a:r>
            <a:r>
              <a:rPr b="1" i="0" u="none" cap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title slide) </a:t>
            </a:r>
            <a:endParaRPr b="1">
              <a:latin typeface="Arial"/>
              <a:ea typeface="Arial"/>
              <a:cs typeface="Arial"/>
            </a:endParaRPr>
          </a:p>
          <a:p xmlns:a="http://schemas.openxmlformats.org/drawingml/2006/main">
            <a:pPr marL="514350" marR="0" lvl="0" indent="-51435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b="1" i="0" u="none" cap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Try to avoid paragraphs and post your idea in points /diagrams / Infographics /pictures </a:t>
            </a:r>
            <a:endParaRPr b="1">
              <a:latin typeface="Arial"/>
              <a:ea typeface="Arial"/>
              <a:cs typeface="Arial"/>
            </a:endParaRPr>
          </a:p>
          <a:p xmlns:a="http://schemas.openxmlformats.org/drawingml/2006/main">
            <a:pPr marL="514350" marR="0" lvl="0" indent="-51435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b="1" i="0" u="none" cap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Keep your explanation precise and easy to understand</a:t>
            </a:r>
            <a:endParaRPr b="1">
              <a:latin typeface="Arial"/>
              <a:ea typeface="Arial"/>
              <a:cs typeface="Arial"/>
            </a:endParaRPr>
          </a:p>
          <a:p xmlns:a="http://schemas.openxmlformats.org/drawingml/2006/main">
            <a:pPr marL="514350" marR="0" lvl="0" indent="-51435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b="1" i="0" u="none" cap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Idea should be unique and novel. </a:t>
            </a:r>
            <a:endParaRPr b="1">
              <a:latin typeface="Arial"/>
              <a:ea typeface="Arial"/>
              <a:cs typeface="Arial"/>
            </a:endParaRPr>
          </a:p>
          <a:p xmlns:a="http://schemas.openxmlformats.org/drawingml/2006/main">
            <a:pPr marL="514350" marR="0" lvl="0" indent="-51435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b="1" i="0" u="none" cap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You can only use provided </a:t>
            </a:r>
            <a:r>
              <a:rPr b="1">
                <a:solidFill>
                  <a:schemeClr val="dk1"/>
                </a:solidFill>
                <a:latin typeface="Arial"/>
                <a:ea typeface="Arial"/>
                <a:cs typeface="Arial"/>
              </a:rPr>
              <a:t>template</a:t>
            </a:r>
            <a:r>
              <a:rPr b="1" i="0" u="none" cap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 for making the </a:t>
            </a:r>
            <a:r>
              <a:rPr b="1">
                <a:solidFill>
                  <a:schemeClr val="dk1"/>
                </a:solidFill>
                <a:latin typeface="Arial"/>
                <a:ea typeface="Arial"/>
                <a:cs typeface="Arial"/>
              </a:rPr>
              <a:t>PPT</a:t>
            </a:r>
            <a:r>
              <a:rPr b="1" i="0" u="none" cap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 without changing the idea details pointers (mentioned in previous slides).</a:t>
            </a:r>
            <a:endParaRPr b="1" i="0" u="none" cap="none">
              <a:solidFill>
                <a:schemeClr val="dk1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514350" marR="0" lvl="0" indent="-51435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b="1" i="0" u="none" cap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You need to save the file in PDF and upload the same on portal. No PPT, Word Doc or any other format will be supported.</a:t>
            </a:r>
            <a:endParaRPr b="1">
              <a:latin typeface="Arial"/>
              <a:ea typeface="Arial"/>
              <a:cs typeface="Arial"/>
            </a:endParaRPr>
          </a:p>
          <a:p xmlns:a="http://schemas.openxmlformats.org/drawingml/2006/main">
            <a:pPr marL="514350" marR="0" lvl="0" indent="-349885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b="1" i="0" u="none" cap="none">
              <a:solidFill>
                <a:schemeClr val="dk1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marR="0" lvl="0" indent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i="0" u="none" cap="none">
                <a:solidFill>
                  <a:srgbClr val="C00000"/>
                </a:solidFill>
                <a:latin typeface="Arial"/>
                <a:ea typeface="Arial"/>
                <a:cs typeface="Arial"/>
              </a:rPr>
              <a:t>Note - You can delete this slide (Important Pointers) when you upload the details of your idea on SIH portal.</a:t>
            </a:r>
            <a:endParaRPr b="1">
              <a:solidFill>
                <a:srgbClr val="C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914400" marR="0" lvl="1" indent="-31623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sz="2000" b="1" i="0" u="none" cap="none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2D0192AE-BF49-4E17-B21D-48556BA64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3371" y="107066"/>
            <a:ext cx="8410540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3600" b="1">
                <a:latin typeface="Times New Roman"/>
                <a:ea typeface="Times New Roman"/>
                <a:cs typeface="Times New Roman"/>
              </a:rPr>
              <a:t>IMPORTANT INSTRUCTIONS</a:t>
            </a:r>
            <a:endParaRPr sz="3600" b="1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F40336B9-F1F7-419C-B8EC-B38CB6D7C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343" y="1181900"/>
            <a:ext cx="9557657" cy="3416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>
                <a:solidFill>
                  <a:schemeClr val="dk1"/>
                </a:solidFill>
                <a:latin typeface="Arial"/>
                <a:ea typeface="Arial"/>
                <a:cs typeface="Arial"/>
              </a:rPr>
              <a:t>Please ensure below pointers are met while submitting the Idea PPT:</a:t>
            </a:r>
            <a:endParaRPr b="1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1" name="Picture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9f6bfdf16947f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80086" y="1500"/>
            <a:ext cx="2249850" cy="106233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084416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2026-09-08T16:07:04.6490000Z</dcterms:created>
  <dcterms:modified xsi:type="dcterms:W3CDTF">2026-09-08T16:07:04.6490000Z</dcterms:modified>
</coreProperties>
</file>